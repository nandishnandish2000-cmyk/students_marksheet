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_logo_1769667987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27432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2D3EE"/>
                </a:solidFill>
              </a:defRPr>
            </a:pPr>
            <a:r>
              <a:t>STUDENT MARKSHEET WEB-PORTAL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6366F1"/>
                </a:solidFill>
              </a:defRPr>
            </a:pPr>
            <a:r>
              <a:t>Advanced Academic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Seamlessly manage academic records for multi-semester systems.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Dual-access infrastructure: Admin Control &amp; Student Insight.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Automated results processing with high-integrity data streams.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Built for speed, efficiency, and futuristic user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Admin Control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Centralized Dashboard for semester-wise data navigation.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Secure Node Injection: Add and update student profiles in real-time.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Dynamic Subject Configuration for flexible academic mapping.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Instant Registry Sync with transactional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Student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Quick Identity Verification via Matrix Identifier (Reg No).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Interactive Marksheets with clear visual performance cues.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Legacy Data Access: View records across all past semesters.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Mobile-responsive design for on-the-go academic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Priority Weighting: Calculations focused strictly on CORE subjects.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Threshold Analysis: Automated 40% Pass/Fail determination per subject.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Percentage &amp; Grade Aggregation based on global core performance.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Visual Grade Indicators (A to D, and FAIL) for instant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Cognitive Summary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Deep-dive analysis of student performance across all CORE nodes.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Intelligent Career Mapping: Pattern recognition in subject strengths.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Trajectory Prediction: Suggesting paths like AI Research, Cloud Architecture, etc.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Personalized insights to guide future academic specializations.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Frontend: HTML5, Tailwind CSS, Spline (3D), JavaScript ES6+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Backend: Node.js, Express.js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Data: RESTful APIs, JSON Storage System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Styling: Cyber-Futuristic dark theme with Glassmorphism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Futuristic Theme: Glassmorphism and Neon accents (Cyan/Indigo).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High-Contrast Hierarchy for maximum readability.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Micro-animations for a responsive, 'living' interface feel.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Clean, spacious layouts to reduce cognitive 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User Interaction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Premium Loading Sequences: Spline-based coin animation.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Smooth Transitions between portals and semester views.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Toast Notifications for instant user feedback.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Intuitive navigation with direct data synchronization.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Security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Multi-factor Admin Verification using secure auth keys.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Identity Isolation: Data restricted to verified users.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Data Validation on every entry to prevent corruption.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Read-only views for critical marksheet summaries.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System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Modular Subject Injection: Add new data layers easily.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Horizontal Semester Scaling Term-by-Term.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Componentized Architecture for AI expansion.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Cloud-ready foundation for large-scale institutional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Transition to SQL-based Relational Database.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Native Mobile App development (iOS/Android).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Real-time Notification Hub for faculty and parents.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Blockchain integration for tamper-proof transcript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D3E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323232"/>
                </a:solidFill>
              </a:defRPr>
            </a:pPr>
            <a:r>
              <a:t>Summary: Transformed academic record management into a strategic asset.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Impact: Faster processing, enhanced transparency, AI-driven guidance.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